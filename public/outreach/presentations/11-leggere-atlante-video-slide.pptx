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PRIMA SCELTA
Comincia dalla domanda, non dal colore
Vuoi vedere una classe, un periodo, un comparto o un contesto geografico? La domanda guida il filtro e il layer corretto.
DOMANDA
→
FILTRO
→
LAYER
→
SCHEDA
i
Una mappa è utile quando la domanda è esplicita.
Fonti della scheda
Atlante · Metodo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Metodo ↗: https://aguaraglia.github.io/sardinia-one-health-amr-atlas/methodology.html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FILTRI
Classe e periodo agiscono sulle evidenze compatibili
Il filtro AMR seleziona target e classi presenti nei dati pubblici; il periodo limita le osservazioni con data o intervallo dichiarato.
classe AMR
periodo
fonte
risultati
i
Un risultato vuoto può significare “nessuna evidenza pubblicata compatibile”, non “assenza di AMR”.
Fonti della scheda
Atlante · Metodo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Metodo ↗: https://aguaraglia.github.io/sardinia-one-health-amr-atlas/methodology.html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LAYER
I layer di contesto non sono evidenze AMR
Fiumi, depuratori, confini e uso del suolo aiutano a orientarsi. Non diventano automaticamente segnali di resistenza.
evidenza AMR
contesto ambientale
geografia di base
layer separati
i
Attivare un layer non cambia il significato dei dati sottostanti.
Fonti della scheda
Atlante · Public scope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Public scope ↗: https://aguaraglia.github.io/sardinia-one-health-amr-atlas/PUBLIC_SCOPE.md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TEMPO
Il profilo temporale mostra la disponibilità del dato
La serie riassume elementi con periodo pubblicato e risponde ai filtri. Non è una curva di incidenza regionale.
1995–2009
2010–2019
2020–2026
periodo dichiarato
i
Tempo del campione e tempo della pubblicazione possono essere diversi.
Fonti della scheda
Atlante · Evidenze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Evidenze ↗: https://aguaraglia.github.io/sardinia-one-health-amr-atlas/evidence.html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SCHEDE
Apri sempre la fonte e il limite
Ogni evidenza dovrebbe riportare origine, grana, periodo, accesso e cautela interpretativa. La scheda è parte del dato.
fonte
dataset · versione · licenza
limite
grana · copertura · denominatore
i
Se non trovi il denominatore o la copertura, non trattare il numero come prevalenza.
Fonti della scheda
Atlante · Evidenze ↗
Atlante · Sources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Evidenze ↗: https://aguaraglia.github.io/sardinia-one-health-amr-atlas/evidence.html</a:t>
            </a:r>
          </a:p>
          <a:p>
            <a:r>
              <a:rPr lang="it-IT"/>
              <a:t>Atlante · Sources ↗: https://aguaraglia.github.io/sardinia-one-health-amr-atlas/metadata/SOURCES.tsv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USO CORRETTO
L’Atlante orienta una lettura, non una diagnosi
Il cruscotto mette in relazione evidenze pubbliche e contesto. Non sostituisce giudizio clinico, valutazione ambientale o decisione amministrativa.
Esplora
le relazioni documentate
Verifica
fonti, periodo e limiti
Condividi
solo conclusioni proporzionate
i
La mappa è un invito a fare domande migliori.
Fonti della scheda
Atlante · Metodo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Metodo ↗: https://aguaraglia.github.io/sardinia-one-health-amr-atlas/methodology.html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methodology.htm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methodology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PUBLIC_SCOPE.m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evidence.htm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aguaraglia.github.io/sardinia-one-health-amr-atlas/metadata/SOURCES.tsv" TargetMode="External"/><Relationship Id="rId4" Type="http://schemas.openxmlformats.org/officeDocument/2006/relationships/hyperlink" Target="https://aguaraglia.github.io/sardinia-one-health-amr-atlas/evidence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methodolog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1_90" descr="Atlante · Metodo ↗">
            <a:hlinkClick r:id="rId4"/>
            <a:extLst>
              <a:ext uri="{FF2B5EF4-FFF2-40B4-BE49-F238E27FC236}">
                <a16:creationId xmlns:a16="http://schemas.microsoft.com/office/drawing/2014/main" id="{3FFED305-BAC1-4CFD-8180-A17596E0318E}"/>
              </a:ext>
            </a:extLst>
          </p:cNvPr>
          <p:cNvSpPr/>
          <p:nvPr/>
        </p:nvSpPr>
        <p:spPr>
          <a:xfrm>
            <a:off x="1660178" y="4864596"/>
            <a:ext cx="922585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0386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2_91" descr="Atlante · Metodo ↗">
            <a:hlinkClick r:id="rId4"/>
            <a:extLst>
              <a:ext uri="{FF2B5EF4-FFF2-40B4-BE49-F238E27FC236}">
                <a16:creationId xmlns:a16="http://schemas.microsoft.com/office/drawing/2014/main" id="{39025DDC-CEFC-954F-5733-702B9F36EBF7}"/>
              </a:ext>
            </a:extLst>
          </p:cNvPr>
          <p:cNvSpPr/>
          <p:nvPr/>
        </p:nvSpPr>
        <p:spPr>
          <a:xfrm>
            <a:off x="1660178" y="5349180"/>
            <a:ext cx="922585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55241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3_92" descr="Atlante · Public scope ↗">
            <a:hlinkClick r:id="rId4"/>
            <a:extLst>
              <a:ext uri="{FF2B5EF4-FFF2-40B4-BE49-F238E27FC236}">
                <a16:creationId xmlns:a16="http://schemas.microsoft.com/office/drawing/2014/main" id="{276CFFBD-0EE9-698D-7059-3A34E1F9B38F}"/>
              </a:ext>
            </a:extLst>
          </p:cNvPr>
          <p:cNvSpPr/>
          <p:nvPr/>
        </p:nvSpPr>
        <p:spPr>
          <a:xfrm>
            <a:off x="1660178" y="4864596"/>
            <a:ext cx="118110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1372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4_93" descr="Atlante · Evidenze ↗">
            <a:hlinkClick r:id="rId4"/>
            <a:extLst>
              <a:ext uri="{FF2B5EF4-FFF2-40B4-BE49-F238E27FC236}">
                <a16:creationId xmlns:a16="http://schemas.microsoft.com/office/drawing/2014/main" id="{85671831-E08D-5E9A-A717-722E7536E8BC}"/>
              </a:ext>
            </a:extLst>
          </p:cNvPr>
          <p:cNvSpPr/>
          <p:nvPr/>
        </p:nvSpPr>
        <p:spPr>
          <a:xfrm>
            <a:off x="1660178" y="5349180"/>
            <a:ext cx="995809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5361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5_94" descr="Atlante · Evidenze ↗">
            <a:hlinkClick r:id="rId4"/>
            <a:extLst>
              <a:ext uri="{FF2B5EF4-FFF2-40B4-BE49-F238E27FC236}">
                <a16:creationId xmlns:a16="http://schemas.microsoft.com/office/drawing/2014/main" id="{DC5FD271-D80B-A015-A3BA-9A772E5C9373}"/>
              </a:ext>
            </a:extLst>
          </p:cNvPr>
          <p:cNvSpPr/>
          <p:nvPr/>
        </p:nvSpPr>
        <p:spPr>
          <a:xfrm>
            <a:off x="1660178" y="4864596"/>
            <a:ext cx="995809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5_95" descr="Atlante · Sources ↗">
            <a:hlinkClick r:id="rId5"/>
            <a:extLst>
              <a:ext uri="{FF2B5EF4-FFF2-40B4-BE49-F238E27FC236}">
                <a16:creationId xmlns:a16="http://schemas.microsoft.com/office/drawing/2014/main" id="{BAE14441-A937-C19F-5C64-93DB43426A2F}"/>
              </a:ext>
            </a:extLst>
          </p:cNvPr>
          <p:cNvSpPr/>
          <p:nvPr/>
        </p:nvSpPr>
        <p:spPr>
          <a:xfrm>
            <a:off x="2777877" y="4864596"/>
            <a:ext cx="949821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1612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6_96" descr="Atlante · Metodo ↗">
            <a:hlinkClick r:id="rId4"/>
            <a:extLst>
              <a:ext uri="{FF2B5EF4-FFF2-40B4-BE49-F238E27FC236}">
                <a16:creationId xmlns:a16="http://schemas.microsoft.com/office/drawing/2014/main" id="{279B915D-45F6-F727-4B6C-36ECC110E8B5}"/>
              </a:ext>
            </a:extLst>
          </p:cNvPr>
          <p:cNvSpPr/>
          <p:nvPr/>
        </p:nvSpPr>
        <p:spPr>
          <a:xfrm>
            <a:off x="1660178" y="5162996"/>
            <a:ext cx="922585" cy="147192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606209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614</Words>
  <Application>Microsoft Office PowerPoint</Application>
  <DocSecurity>0</DocSecurity>
  <PresentationFormat>Widescreen</PresentationFormat>
  <Paragraphs>25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8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GUARAGLIA Alessandro</cp:lastModifiedBy>
  <cp:revision>1</cp:revision>
  <dcterms:created xsi:type="dcterms:W3CDTF">2026-07-23T19:03:38Z</dcterms:created>
  <dcterms:modified xsi:type="dcterms:W3CDTF">2026-07-23T19:04:49Z</dcterms:modified>
</cp:coreProperties>
</file>