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28553dbb16b43b6" /><Relationship Type="http://schemas.openxmlformats.org/officeDocument/2006/relationships/extended-properties" Target="/docProps/app.xml" Id="R17e67ac9164645ed" /><Relationship Type="http://schemas.openxmlformats.org/officeDocument/2006/relationships/officeDocument" Target="/ppt/presentation.xml" Id="R6d9f06ccd7414d1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a15c84d0784e41"/>
  </p:sldMasterIdLst>
  <p:notesMasterIdLst>
    <p:notesMasterId xmlns:r="http://schemas.openxmlformats.org/officeDocument/2006/relationships" r:id="Rdade6dbcac0e4a54"/>
  </p:notesMasterIdLst>
  <p:sldIdLst>
    <p:sldId xmlns:r="http://schemas.openxmlformats.org/officeDocument/2006/relationships" id="256" r:id="R83457c873d104621"/>
    <p:sldId xmlns:r="http://schemas.openxmlformats.org/officeDocument/2006/relationships" id="257" r:id="R030dd4ba17ef4454"/>
    <p:sldId xmlns:r="http://schemas.openxmlformats.org/officeDocument/2006/relationships" id="258" r:id="R036cfcd6304a418b"/>
    <p:sldId xmlns:r="http://schemas.openxmlformats.org/officeDocument/2006/relationships" id="259" r:id="R4da38568fd894809"/>
    <p:sldId xmlns:r="http://schemas.openxmlformats.org/officeDocument/2006/relationships" id="260" r:id="Rf9dd0106948e40b6"/>
    <p:sldId xmlns:r="http://schemas.openxmlformats.org/officeDocument/2006/relationships" id="261" r:id="Rb6fa1aa9773b4c2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064e61ac5764415" /><Relationship Type="http://schemas.openxmlformats.org/officeDocument/2006/relationships/slideMaster" Target="/ppt/slideMasters/slideMaster1.xml" Id="Reea15c84d0784e41" /><Relationship Type="http://schemas.openxmlformats.org/officeDocument/2006/relationships/notesMaster" Target="/ppt/notesMasters/notesMaster1.xml" Id="Rdade6dbcac0e4a54" /><Relationship Type="http://schemas.openxmlformats.org/officeDocument/2006/relationships/presProps" Target="/ppt/presProps.xml" Id="R2e855b6cf21c4e64" /><Relationship Type="http://schemas.openxmlformats.org/officeDocument/2006/relationships/tableStyles" Target="/ppt/tableStyles.xml" Id="Rfcfa196c616b423d" /><Relationship Type="http://schemas.openxmlformats.org/officeDocument/2006/relationships/slide" Target="/ppt/slides/slide1.xml" Id="R83457c873d104621" /><Relationship Type="http://schemas.openxmlformats.org/officeDocument/2006/relationships/slide" Target="/ppt/slides/slide2.xml" Id="R030dd4ba17ef4454" /><Relationship Type="http://schemas.openxmlformats.org/officeDocument/2006/relationships/slide" Target="/ppt/slides/slide3.xml" Id="R036cfcd6304a418b" /><Relationship Type="http://schemas.openxmlformats.org/officeDocument/2006/relationships/slide" Target="/ppt/slides/slide4.xml" Id="R4da38568fd894809" /><Relationship Type="http://schemas.openxmlformats.org/officeDocument/2006/relationships/slide" Target="/ppt/slides/slide5.xml" Id="Rf9dd0106948e40b6" /><Relationship Type="http://schemas.openxmlformats.org/officeDocument/2006/relationships/slide" Target="/ppt/slides/slide6.xml" Id="Rb6fa1aa9773b4c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1c229547bab4e4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a6ee5037dc4ece" /><Relationship Type="http://schemas.openxmlformats.org/officeDocument/2006/relationships/notesMaster" Target="/ppt/notesMasters/notesMaster1.xml" Id="R5adc8223b4714c6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a0d39cfc6554efb" /><Relationship Type="http://schemas.openxmlformats.org/officeDocument/2006/relationships/notesMaster" Target="/ppt/notesMasters/notesMaster1.xml" Id="R4894c5cf5da646e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92e3f37375f4ca5" /><Relationship Type="http://schemas.openxmlformats.org/officeDocument/2006/relationships/notesMaster" Target="/ppt/notesMasters/notesMaster1.xml" Id="Re9fb1617361a488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7bb2df92f824d0d" /><Relationship Type="http://schemas.openxmlformats.org/officeDocument/2006/relationships/notesMaster" Target="/ppt/notesMasters/notesMaster1.xml" Id="Ra4e2598eecc44c3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e599c4a3b4d458b" /><Relationship Type="http://schemas.openxmlformats.org/officeDocument/2006/relationships/notesMaster" Target="/ppt/notesMasters/notesMaster1.xml" Id="Rbd4d68ba26da496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069755f8a5e4204" /><Relationship Type="http://schemas.openxmlformats.org/officeDocument/2006/relationships/notesMaster" Target="/ppt/notesMasters/notesMaster1.xml" Id="R3e81af3b20e4489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REGIA VIDEO: dissolvenza iniziale; fai comparire i blocchi nell’ordine di lettura.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NARRAZIONE: Impianto, scarico e corso d’acqua non sono la stessa cosa. Introduci il tema con una domanda semplice e collega l’illustrazione al messaggio principale.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REGIA VIDEO: dissolvenza iniziale; fai comparire i blocchi nell’ordine di lettura.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NARRAZIONE: Spiega il concetto centrale: Il punto dell’impianto è una sede; il recapito autorizzato è un dato amministrativo distinto.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REGIA VIDEO: dissolvenza iniziale; fai comparire i blocchi nell’ordine di lettura.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NARRAZIONE: Svela i tre punti uno alla volta. Riprendi: Il punto dell’impianto è una sede; il recapito autorizzato è un dato amministrativo distinto. La prossimità geografica a un fiume non prova da sola il collegamento idraulico. Un modello idrologico è un’ipotesi tecnica, da validare con autorizzazioni e dati di rete.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REGIA VIDEO: dissolvenza iniziale; fai comparire i blocchi nell’ordine di lettura.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NARRAZIONE: Contrasta interpretazione corretta e scorciatoia da evitare. Enfatizza che il contesto è parte del dato.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REGIA VIDEO: dissolvenza iniziale; fai comparire i blocchi nell’ordine di lettura.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NARRAZIONE: Concludi con un’azione concreta: Nell’Atlante le inferenze restano separate dai dati documentati.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REGIA VIDEO: dissolvenza iniziale; fai comparire i blocchi nell’ordine di lettura.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NARRAZIONE: Mostra le fonti cliccabili e invita a verificare il contesto originale prima di riutilizzare un dato.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27ca302b5a424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a1c2e09f54f47bd" /><Relationship Type="http://schemas.openxmlformats.org/officeDocument/2006/relationships/slideLayout" Target="/ppt/slideLayouts/slideLayout1.xml" Id="R894b6eb35c064a7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94b6eb35c064a7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b3aa923d1f4649" /><Relationship Type="http://schemas.openxmlformats.org/officeDocument/2006/relationships/image" Target="/ppt/media/image.png" Id="R1a1dee4fc5f44d67" /><Relationship Type="http://schemas.openxmlformats.org/officeDocument/2006/relationships/notesSlide" Target="/ppt/notesSlides/notesSlide1.xml" Id="Rd607dafada1d4de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61262770d94866" /><Relationship Type="http://schemas.openxmlformats.org/officeDocument/2006/relationships/notesSlide" Target="/ppt/notesSlides/notesSlide2.xml" Id="Rd97b7f22db754ec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eef41978f1449d" /><Relationship Type="http://schemas.openxmlformats.org/officeDocument/2006/relationships/notesSlide" Target="/ppt/notesSlides/notesSlide3.xml" Id="R941578986336494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8f1bb2098e45c2" /><Relationship Type="http://schemas.openxmlformats.org/officeDocument/2006/relationships/notesSlide" Target="/ppt/notesSlides/notesSlide4.xml" Id="R37130063e0614ca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fd6638837345c1" /><Relationship Type="http://schemas.openxmlformats.org/officeDocument/2006/relationships/hyperlink" Target="https://aguaraglia.github.io/sardinia-one-health-amr-atlas/" TargetMode="External" Id="R207d00424cd74cbf" /><Relationship Type="http://schemas.openxmlformats.org/officeDocument/2006/relationships/notesSlide" Target="/ppt/notesSlides/notesSlide5.xml" Id="R4b271ad89a5b4f4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2276eded9e49d4" /><Relationship Type="http://schemas.openxmlformats.org/officeDocument/2006/relationships/hyperlink" Target="https://aguaraglia.github.io/sardinia-one-health-amr-atlas/methodology.html" TargetMode="External" Id="R018174fe98af49de" /><Relationship Type="http://schemas.openxmlformats.org/officeDocument/2006/relationships/hyperlink" Target="https://aguaraglia.github.io/sardinia-one-health-amr-atlas/methodology.html" TargetMode="External" Id="R24acad38dea243d0" /><Relationship Type="http://schemas.openxmlformats.org/officeDocument/2006/relationships/notesSlide" Target="/ppt/notesSlides/notesSlide6.xml" Id="R86a9dc2e59404e1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1dee4fc5f44d67"/>
          <a:srcRect xmlns:a="http://schemas.openxmlformats.org/drawingml/2006/main" l="0" t="12222" r="0" b="122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05DD35-4B66-4458-8B74-D608C011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905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C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9C29FB-FE8E-4123-A070-213B55C94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466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49C8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5E5D4A-124E-4A37-8258-A1E96B7AA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85800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62C56"/>
                </a:solidFill>
              </a:defRPr>
            </a:pPr>
            <a:r>
              <a:rPr sz="900" b="1">
                <a:solidFill>
                  <a:srgbClr val="062C56"/>
                </a:solidFill>
              </a:rPr>
              <a:t>MODULO 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7FF56A-2F18-47E3-BF5D-B7C23CDC0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5238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901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Depuratori e corsi d’acqua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54B127-3AB7-4116-B161-609055338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81375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6EDF3"/>
                </a:solidFill>
              </a:defRPr>
            </a:pPr>
            <a:r>
              <a:rPr sz="1725" b="0">
                <a:solidFill>
                  <a:srgbClr val="D6EDF3"/>
                </a:solidFill>
              </a:rPr>
              <a:t>Impianto, scarico e corso d’acqua non sono la stessa cosa.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0B913D-A28E-4887-AD01-50A5F8EC3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912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9C8DB"/>
                </a:solidFill>
              </a:defRPr>
            </a:pPr>
            <a:r>
              <a:rPr sz="1050" b="1">
                <a:solidFill>
                  <a:srgbClr val="49C8DB"/>
                </a:solidFill>
              </a:rPr>
              <a:t>Video-slide divulgativo · Sardinia One Health AMR Atlas</a:t>
            </a:r>
          </a:p>
        </p:txBody>
      </p:sp>
    </p:spTree>
    <p:extLst>
      <p:ext uri="{BB962C8B-B14F-4D97-AF65-F5344CB8AC3E}">
        <p14:creationId xmlns:p14="http://schemas.microsoft.com/office/powerpoint/2010/main" val="3763086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151AB0-1821-4321-92B3-BA23B07A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62C56"/>
                </a:solidFill>
              </a:defRPr>
            </a:pPr>
            <a:r>
              <a:rPr sz="3150" b="1">
                <a:solidFill>
                  <a:srgbClr val="062C56"/>
                </a:solidFill>
              </a:rPr>
              <a:t>Impianto, scarico e corso d’acqua non sono la stessa cosa.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5DB4C0-3F28-444F-BD70-A184B8D2C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16F24"/>
                </a:solidFill>
              </a:defRPr>
            </a:pPr>
            <a:r>
              <a:rPr sz="1350" b="1">
                <a:solidFill>
                  <a:srgbClr val="C16F24"/>
                </a:solidFill>
              </a:rPr>
              <a:t>La domanda che guida questo modulo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B7465B-D0DC-4AB7-B202-D439F24A6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10953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A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EC631A-5670-4F95-A226-C2B68D3B8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1009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62C56"/>
                </a:solidFill>
              </a:defRPr>
            </a:pPr>
            <a:r>
              <a:rPr sz="2325" b="1">
                <a:solidFill>
                  <a:srgbClr val="062C56"/>
                </a:solidFill>
              </a:rPr>
              <a:t>Il punto dell’impianto è una sede; il recapito autorizzato è un dato amministrativo distinto.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80EAEB-D435-47A9-A69C-5289121DE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1465F"/>
                </a:solidFill>
              </a:defRPr>
            </a:pPr>
            <a:r>
              <a:rPr sz="1350" b="0">
                <a:solidFill>
                  <a:srgbClr val="31465F"/>
                </a:solidFill>
              </a:rPr>
              <a:t>Partiamo da un concetto chiaro, poi vediamo come usarlo nella vita reale.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64F6C1-4F3F-4192-A300-5BD310DD6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892A9"/>
                </a:solidFill>
              </a:defRPr>
            </a:pPr>
            <a:r>
              <a:rPr sz="750" b="1">
                <a:solidFill>
                  <a:srgbClr val="7892A9"/>
                </a:solidFill>
              </a:rPr>
              <a:t>SARDINIA ONE HEALTH AMR ATLAS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67B68D-0503-4343-B0B9-064EAC9B1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770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892A9"/>
                </a:solidFill>
              </a:defRPr>
            </a:pPr>
            <a:r>
              <a:rPr sz="750" b="1">
                <a:solidFill>
                  <a:srgbClr val="7892A9"/>
                </a:solidFill>
              </a:rPr>
              <a:t>MODULO 09 · SLIDE</a:t>
            </a:r>
          </a:p>
        </p:txBody>
      </p:sp>
    </p:spTree>
    <p:extLst>
      <p:ext uri="{BB962C8B-B14F-4D97-AF65-F5344CB8AC3E}">
        <p14:creationId xmlns:p14="http://schemas.microsoft.com/office/powerpoint/2010/main" val="18511154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25CB3C-CBD9-4BFA-BEEA-AD498E064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62C56"/>
                </a:solidFill>
              </a:defRPr>
            </a:pPr>
            <a:r>
              <a:rPr sz="3000" b="1">
                <a:solidFill>
                  <a:srgbClr val="062C56"/>
                </a:solidFill>
              </a:rPr>
              <a:t>Tre idee da portare con sé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A63396-9E04-4071-AF0F-45D916F5F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6858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49C8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526BE2-3CBC-4327-BD64-70F5F7C41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76425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4667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62C56"/>
                </a:solidFill>
              </a:defRPr>
            </a:pPr>
            <a:r>
              <a:rPr sz="1875" b="1">
                <a:solidFill>
                  <a:srgbClr val="062C56"/>
                </a:solidFill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DEC00D-90F2-4755-B4F6-A0DB00A78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743075"/>
            <a:ext cx="895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62C56"/>
                </a:solidFill>
              </a:defRPr>
            </a:pPr>
            <a:r>
              <a:rPr sz="1875" b="1">
                <a:solidFill>
                  <a:srgbClr val="062C56"/>
                </a:solidFill>
              </a:rPr>
              <a:t>Il punto dell’impianto è una sede; il recapito autorizzato è un dato amministrativo distinto.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72189B-8941-4D34-B1F7-7DC54AE89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6858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1DBC11-4C76-4AF1-8456-4B165933A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09925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4667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62C56"/>
                </a:solidFill>
              </a:defRPr>
            </a:pPr>
            <a:r>
              <a:rPr sz="1875" b="1">
                <a:solidFill>
                  <a:srgbClr val="062C56"/>
                </a:solidFill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01E1D9-2071-45C1-9736-478614DE1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76575"/>
            <a:ext cx="895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62C56"/>
                </a:solidFill>
              </a:defRPr>
            </a:pPr>
            <a:r>
              <a:rPr sz="1875" b="0">
                <a:solidFill>
                  <a:srgbClr val="062C56"/>
                </a:solidFill>
              </a:rPr>
              <a:t>La prossimità geografica a un fiume non prova da sola il collegamento idraulico.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6CC023-342B-47F9-98E4-C709218C6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6858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F933BD-B4A3-485E-92E6-DF8C07D47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43425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4667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62C56"/>
                </a:solidFill>
              </a:defRPr>
            </a:pPr>
            <a:r>
              <a:rPr sz="1875" b="1">
                <a:solidFill>
                  <a:srgbClr val="062C56"/>
                </a:solidFill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1D6B11-3532-426F-B92F-FDD1F56B6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10075"/>
            <a:ext cx="895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62C56"/>
                </a:solidFill>
              </a:defRPr>
            </a:pPr>
            <a:r>
              <a:rPr sz="1875" b="0">
                <a:solidFill>
                  <a:srgbClr val="062C56"/>
                </a:solidFill>
              </a:rPr>
              <a:t>Un modello idrologico è un’ipotesi tecnica, da validare con autorizzazioni e dati di rete.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C9EEFF-3795-458B-B07A-06464C4E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892A9"/>
                </a:solidFill>
              </a:defRPr>
            </a:pPr>
            <a:r>
              <a:rPr sz="750" b="1">
                <a:solidFill>
                  <a:srgbClr val="7892A9"/>
                </a:solidFill>
              </a:rPr>
              <a:t>SARDINIA ONE HEALTH AMR ATLAS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2C54A4-E1E1-4589-B366-3BBE60EF9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770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892A9"/>
                </a:solidFill>
              </a:defRPr>
            </a:pPr>
            <a:r>
              <a:rPr sz="750" b="1">
                <a:solidFill>
                  <a:srgbClr val="7892A9"/>
                </a:solidFill>
              </a:rPr>
              <a:t>MODULO 09 · SLIDE</a:t>
            </a:r>
          </a:p>
        </p:txBody>
      </p:sp>
    </p:spTree>
    <p:extLst>
      <p:ext uri="{BB962C8B-B14F-4D97-AF65-F5344CB8AC3E}">
        <p14:creationId xmlns:p14="http://schemas.microsoft.com/office/powerpoint/2010/main" val="16790843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BE6C68-1526-48D8-9D38-8A937925D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62C56"/>
                </a:solidFill>
              </a:defRPr>
            </a:pPr>
            <a:r>
              <a:rPr sz="3000" b="1">
                <a:solidFill>
                  <a:srgbClr val="062C56"/>
                </a:solidFill>
              </a:rPr>
              <a:t>Una lettura responsabile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167B15-0D8A-470D-A3A9-05B9A8F43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5000625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2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72B09E-ACB4-4D7B-9586-EB54D6A26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57350"/>
            <a:ext cx="54483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062C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04ABC3-EB24-46AC-A841-8CBC46226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3835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16F24"/>
                </a:solidFill>
              </a:defRPr>
            </a:pPr>
            <a:r>
              <a:rPr sz="1500" b="1">
                <a:solidFill>
                  <a:srgbClr val="C16F24"/>
                </a:solidFill>
              </a:rPr>
              <a:t>Cosa possiamo dire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4EF39C-E071-49FD-AEEF-3B4B57FC1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71750"/>
            <a:ext cx="40005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62C56"/>
                </a:solidFill>
              </a:defRPr>
            </a:pPr>
            <a:r>
              <a:rPr sz="2025" b="1">
                <a:solidFill>
                  <a:srgbClr val="062C56"/>
                </a:solidFill>
              </a:rPr>
              <a:t>La prossimità geografica a un fiume non prova da sola il collegamento idraulico.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2B7CC9-675B-4530-BEB9-B160FB267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383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9C8DB"/>
                </a:solidFill>
              </a:defRPr>
            </a:pPr>
            <a:r>
              <a:rPr sz="1500" b="1">
                <a:solidFill>
                  <a:srgbClr val="49C8DB"/>
                </a:solidFill>
              </a:rPr>
              <a:t>Cosa non possiamo concludere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AB0495-BB26-482D-B178-B3508C8A0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71750"/>
            <a:ext cx="42862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Un modello idrologico è un’ipotesi tecnica, da validare con autorizzazioni e dati di rete.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DB812F-5B00-4CA9-9C24-3D0AB61C5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892A9"/>
                </a:solidFill>
              </a:defRPr>
            </a:pPr>
            <a:r>
              <a:rPr sz="750" b="1">
                <a:solidFill>
                  <a:srgbClr val="7892A9"/>
                </a:solidFill>
              </a:rPr>
              <a:t>SARDINIA ONE HEALTH AMR ATLAS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3F0CD5-3E8B-41E2-814A-D0CE5DB97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770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892A9"/>
                </a:solidFill>
              </a:defRPr>
            </a:pPr>
            <a:r>
              <a:rPr sz="750" b="1">
                <a:solidFill>
                  <a:srgbClr val="7892A9"/>
                </a:solidFill>
              </a:rPr>
              <a:t>MODULO 09 · SLIDE</a:t>
            </a:r>
          </a:p>
        </p:txBody>
      </p:sp>
    </p:spTree>
    <p:extLst>
      <p:ext uri="{BB962C8B-B14F-4D97-AF65-F5344CB8AC3E}">
        <p14:creationId xmlns:p14="http://schemas.microsoft.com/office/powerpoint/2010/main" val="13140624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FEF9B3-66C7-4F7D-9186-5D2BD973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62C56"/>
                </a:solidFill>
              </a:defRPr>
            </a:pPr>
            <a:r>
              <a:rPr sz="3000" b="1">
                <a:solidFill>
                  <a:srgbClr val="062C56"/>
                </a:solidFill>
              </a:rPr>
              <a:t>Dalla conoscenza all’azione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349F75-C205-48C5-A92A-2C5CF50ED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9347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62C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F10924-53D4-4AC3-8962-3355A56ED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86000"/>
            <a:ext cx="1000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Nell’Atlante le inferenze restano separate dai dati documentati.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5D50AC-FE35-4966-BEB1-DBDA5955C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16F24"/>
                </a:solidFill>
              </a:defRPr>
            </a:pPr>
            <a:r>
              <a:rPr sz="1350" b="1">
                <a:solidFill>
                  <a:srgbClr val="C16F24"/>
                </a:solidFill>
              </a:rPr>
              <a:t>Approfondisci nel cruscotto pubblico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001EFA-CBF7-46EE-8381-7ECBA7CA5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6E8B"/>
                </a:solidFill>
              </a:defRPr>
            </a:pPr>
            <a:r>
              <a:rPr sz="1800" b="1">
                <a:solidFill>
                  <a:srgbClr val="176E8B"/>
                </a:solidFill>
                <a:hlinkClick xmlns:r="http://schemas.openxmlformats.org/officeDocument/2006/relationships" r:id="R207d00424cd74cbf"/>
              </a:rPr>
              <a:t>Apri il Sardinia One Health AMR Atlas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F31E24-CDDD-4F31-B806-15C8441F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892A9"/>
                </a:solidFill>
              </a:defRPr>
            </a:pPr>
            <a:r>
              <a:rPr sz="750" b="1">
                <a:solidFill>
                  <a:srgbClr val="7892A9"/>
                </a:solidFill>
              </a:rPr>
              <a:t>SARDINIA ONE HEALTH AMR ATLAS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E881CE-DD76-4844-BC42-324A7013F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770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892A9"/>
                </a:solidFill>
              </a:defRPr>
            </a:pPr>
            <a:r>
              <a:rPr sz="750" b="1">
                <a:solidFill>
                  <a:srgbClr val="7892A9"/>
                </a:solidFill>
              </a:rPr>
              <a:t>MODULO 09 · SLIDE</a:t>
            </a:r>
          </a:p>
        </p:txBody>
      </p:sp>
    </p:spTree>
    <p:extLst>
      <p:ext uri="{BB962C8B-B14F-4D97-AF65-F5344CB8AC3E}">
        <p14:creationId xmlns:p14="http://schemas.microsoft.com/office/powerpoint/2010/main" val="1045310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62C5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13D8EC-E15A-4AAA-9269-996170A24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Fonti e approfondimenti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796C29-8E17-4CAD-B5F2-1D38EE368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9C8DB"/>
                </a:solidFill>
              </a:defRPr>
            </a:pPr>
            <a:r>
              <a:rPr sz="1350" b="1">
                <a:solidFill>
                  <a:srgbClr val="49C8DB"/>
                </a:solidFill>
              </a:rPr>
              <a:t>Fonte essenziale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94807A-CDF8-4FE9-A608-3FC72F050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61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  <a:hlinkClick xmlns:r="http://schemas.openxmlformats.org/officeDocument/2006/relationships" r:id="R018174fe98af49de"/>
              </a:rPr>
              <a:t>Metodo dell’Atlante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CB8A74-126D-4453-B813-2901E05AB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1462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4D7E6"/>
                </a:solidFill>
              </a:defRPr>
            </a:pPr>
            <a:r>
              <a:rPr sz="1350" b="0">
                <a:solidFill>
                  <a:srgbClr val="C4D7E6"/>
                </a:solidFill>
                <a:hlinkClick xmlns:r="http://schemas.openxmlformats.org/officeDocument/2006/relationships" r:id="R24acad38dea243d0"/>
              </a:rPr>
              <a:t>https://aguaraglia.github.io/sardinia-one-health-amr-atlas/methodology.html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0B210B-1E8E-4731-9B90-111811DAB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57625"/>
            <a:ext cx="1081087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D40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C5173C-A13C-4078-A1B1-374C7DFB8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4815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Questo modulo è divulgativo: non sostituisce indicazioni cliniche, veterinarie o regolatorie.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F84A70-FA32-4523-905C-FC33EBB8D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C4D7E6"/>
                </a:solidFill>
              </a:defRPr>
            </a:pPr>
            <a:r>
              <a:rPr sz="825" b="1">
                <a:solidFill>
                  <a:srgbClr val="C4D7E6"/>
                </a:solidFill>
              </a:rPr>
              <a:t>Materiale prodotto per Sardinia One Health AMR Atlas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4D4F11-30FB-4D7D-AD66-4BE65A691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892A9"/>
                </a:solidFill>
              </a:defRPr>
            </a:pPr>
            <a:r>
              <a:rPr sz="750" b="1">
                <a:solidFill>
                  <a:srgbClr val="7892A9"/>
                </a:solidFill>
              </a:rPr>
              <a:t>SARDINIA ONE HEALTH AMR ATLAS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A7EC44-6243-4182-A03C-852CED330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770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892A9"/>
                </a:solidFill>
              </a:defRPr>
            </a:pPr>
            <a:r>
              <a:rPr sz="750" b="1">
                <a:solidFill>
                  <a:srgbClr val="7892A9"/>
                </a:solidFill>
              </a:rPr>
              <a:t>MODULO 09 · SLIDE</a:t>
            </a:r>
          </a:p>
        </p:txBody>
      </p:sp>
    </p:spTree>
    <p:extLst>
      <p:ext uri="{BB962C8B-B14F-4D97-AF65-F5344CB8AC3E}">
        <p14:creationId xmlns:p14="http://schemas.microsoft.com/office/powerpoint/2010/main" val="3781946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2026-07-19T00:16:54.8260000Z</dcterms:created>
  <dcterms:modified xsi:type="dcterms:W3CDTF">2026-07-19T00:16:54.8260000Z</dcterms:modified>
</coreProperties>
</file>